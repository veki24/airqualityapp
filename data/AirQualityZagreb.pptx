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12/6/2024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88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12/6/2024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39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12/6/2024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435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12/6/2024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92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12/6/2024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8939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12/6/2024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637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100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12/6/2024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8151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12/6/2024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0234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12/6/2024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28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12/6/2024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918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12/6/2024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07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54BDA8-EE5D-4DC8-BA6E-A93D6501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8" y="736600"/>
            <a:ext cx="7534652" cy="5384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5508D54-0195-AA82-5DE9-F1A274D55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0814" y="1482634"/>
            <a:ext cx="5928018" cy="3046798"/>
          </a:xfrm>
        </p:spPr>
        <p:txBody>
          <a:bodyPr>
            <a:normAutofit/>
          </a:bodyPr>
          <a:lstStyle/>
          <a:p>
            <a:pPr algn="l"/>
            <a:r>
              <a:rPr lang="en-US" sz="5500">
                <a:solidFill>
                  <a:schemeClr val="bg1"/>
                </a:solidFill>
              </a:rPr>
              <a:t>AirQualit</a:t>
            </a:r>
            <a:r>
              <a:rPr lang="hr-BA" sz="5500">
                <a:solidFill>
                  <a:schemeClr val="bg1"/>
                </a:solidFill>
              </a:rPr>
              <a:t>yZagreb</a:t>
            </a:r>
            <a:endParaRPr lang="en-US" sz="5500">
              <a:solidFill>
                <a:schemeClr val="bg1"/>
              </a:solidFill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87966196-D96B-8F68-BD32-017672552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0814" y="4686300"/>
            <a:ext cx="5928018" cy="1057276"/>
          </a:xfrm>
        </p:spPr>
        <p:txBody>
          <a:bodyPr>
            <a:normAutofit/>
          </a:bodyPr>
          <a:lstStyle/>
          <a:p>
            <a:pPr algn="l">
              <a:lnSpc>
                <a:spcPct val="91000"/>
              </a:lnSpc>
            </a:pPr>
            <a:r>
              <a:rPr lang="hr-BA" sz="2800" err="1"/>
              <a:t>Izradio:Vedran</a:t>
            </a:r>
            <a:r>
              <a:rPr lang="hr-BA" sz="2800"/>
              <a:t> Marković</a:t>
            </a:r>
          </a:p>
          <a:p>
            <a:pPr algn="l">
              <a:lnSpc>
                <a:spcPct val="91000"/>
              </a:lnSpc>
            </a:pPr>
            <a:r>
              <a:rPr lang="hr-BA" sz="2800"/>
              <a:t>Mentor: prof. dr. sc. Dina Šimunić</a:t>
            </a:r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955E9-D113-4421-A5C0-EA63A714C3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33" r="-2" b="-2"/>
          <a:stretch/>
        </p:blipFill>
        <p:spPr>
          <a:xfrm>
            <a:off x="20" y="736600"/>
            <a:ext cx="4657328" cy="538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59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8"/>
            <a:ext cx="12192000" cy="2645291"/>
          </a:xfrm>
          <a:prstGeom prst="rect">
            <a:avLst/>
          </a:prstGeom>
          <a:solidFill>
            <a:schemeClr val="tx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340F62C-DCC4-BA2E-023F-201B9929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572003"/>
            <a:ext cx="10268712" cy="1169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Zagreb-1</a:t>
            </a:r>
          </a:p>
        </p:txBody>
      </p:sp>
      <p:pic>
        <p:nvPicPr>
          <p:cNvPr id="10" name="Slika 9" descr="Slika na kojoj se prikazuje tekst, snimka zaslona, Font, broj&#10;&#10;Opis je automatski generiran">
            <a:extLst>
              <a:ext uri="{FF2B5EF4-FFF2-40B4-BE49-F238E27FC236}">
                <a16:creationId xmlns:a16="http://schemas.microsoft.com/office/drawing/2014/main" id="{2F57064E-FE03-4728-CC9E-8134BD4F6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64" y="561789"/>
            <a:ext cx="4315728" cy="3082663"/>
          </a:xfrm>
          <a:prstGeom prst="rect">
            <a:avLst/>
          </a:prstGeom>
        </p:spPr>
      </p:pic>
      <p:pic>
        <p:nvPicPr>
          <p:cNvPr id="20" name="Rezervirano mjesto sadržaja 19" descr="Slika na kojoj se prikazuje tekst, snimka zaslona, radnja, dijagram&#10;&#10;Opis je automatski generiran">
            <a:extLst>
              <a:ext uri="{FF2B5EF4-FFF2-40B4-BE49-F238E27FC236}">
                <a16:creationId xmlns:a16="http://schemas.microsoft.com/office/drawing/2014/main" id="{5384F069-CBB3-A3CD-32A6-6EEAC6754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966" y="408534"/>
            <a:ext cx="7101034" cy="355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95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8"/>
            <a:ext cx="12192000" cy="2645291"/>
          </a:xfrm>
          <a:prstGeom prst="rect">
            <a:avLst/>
          </a:prstGeom>
          <a:solidFill>
            <a:schemeClr val="tx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0BBF23C-171D-5B60-7D58-AF9E07F5E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572003"/>
            <a:ext cx="10268712" cy="1169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Zagreb-2</a:t>
            </a:r>
          </a:p>
        </p:txBody>
      </p:sp>
      <p:pic>
        <p:nvPicPr>
          <p:cNvPr id="7" name="Slika 6" descr="Slika na kojoj se prikazuje tekst, snimka zaslona, Font, broj&#10;&#10;Opis je automatski generiran">
            <a:extLst>
              <a:ext uri="{FF2B5EF4-FFF2-40B4-BE49-F238E27FC236}">
                <a16:creationId xmlns:a16="http://schemas.microsoft.com/office/drawing/2014/main" id="{AB190570-5947-99AA-6E1C-C0483BF94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37" y="619479"/>
            <a:ext cx="4315728" cy="3082663"/>
          </a:xfrm>
          <a:prstGeom prst="rect">
            <a:avLst/>
          </a:prstGeom>
        </p:spPr>
      </p:pic>
      <p:pic>
        <p:nvPicPr>
          <p:cNvPr id="5" name="Rezervirano mjesto sadržaja 4" descr="Slika na kojoj se prikazuje tekst, snimka zaslona, radnja, dijagram&#10;&#10;Opis je automatski generiran">
            <a:extLst>
              <a:ext uri="{FF2B5EF4-FFF2-40B4-BE49-F238E27FC236}">
                <a16:creationId xmlns:a16="http://schemas.microsoft.com/office/drawing/2014/main" id="{4C12BD31-18AE-BEE8-B53D-5DEF6D169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498" y="585606"/>
            <a:ext cx="6737169" cy="336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99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8"/>
            <a:ext cx="12192000" cy="2645291"/>
          </a:xfrm>
          <a:prstGeom prst="rect">
            <a:avLst/>
          </a:prstGeom>
          <a:solidFill>
            <a:schemeClr val="tx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1C15268-3BB3-A9F8-8699-215ECBBCB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572003"/>
            <a:ext cx="10268712" cy="1169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Zagreb-3</a:t>
            </a:r>
          </a:p>
        </p:txBody>
      </p:sp>
      <p:pic>
        <p:nvPicPr>
          <p:cNvPr id="5" name="Rezervirano mjesto sadržaja 4" descr="Slika na kojoj se prikazuje tekst, snimka zaslona, Font, broj&#10;&#10;Opis je automatski generiran">
            <a:extLst>
              <a:ext uri="{FF2B5EF4-FFF2-40B4-BE49-F238E27FC236}">
                <a16:creationId xmlns:a16="http://schemas.microsoft.com/office/drawing/2014/main" id="{336DB294-665C-6274-8422-1DF4BC9B4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36" y="629111"/>
            <a:ext cx="4315728" cy="3082663"/>
          </a:xfrm>
          <a:prstGeom prst="rect">
            <a:avLst/>
          </a:prstGeom>
        </p:spPr>
      </p:pic>
      <p:pic>
        <p:nvPicPr>
          <p:cNvPr id="7" name="Slika 6" descr="Slika na kojoj se prikazuje tekst, snimka zaslona, radnja, dijagram&#10;&#10;Opis je automatski generiran">
            <a:extLst>
              <a:ext uri="{FF2B5EF4-FFF2-40B4-BE49-F238E27FC236}">
                <a16:creationId xmlns:a16="http://schemas.microsoft.com/office/drawing/2014/main" id="{B5FDDD8B-1B64-EE27-6184-466679C4C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164" y="521434"/>
            <a:ext cx="7033848" cy="351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43698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AnalogousFromLightSeedRightStep">
      <a:dk1>
        <a:srgbClr val="000000"/>
      </a:dk1>
      <a:lt1>
        <a:srgbClr val="FFFFFF"/>
      </a:lt1>
      <a:dk2>
        <a:srgbClr val="243941"/>
      </a:dk2>
      <a:lt2>
        <a:srgbClr val="E8E4E2"/>
      </a:lt2>
      <a:accent1>
        <a:srgbClr val="23ADDF"/>
      </a:accent1>
      <a:accent2>
        <a:srgbClr val="4E80EB"/>
      </a:accent2>
      <a:accent3>
        <a:srgbClr val="7B6EEE"/>
      </a:accent3>
      <a:accent4>
        <a:srgbClr val="9F4EEB"/>
      </a:accent4>
      <a:accent5>
        <a:srgbClr val="E66EEE"/>
      </a:accent5>
      <a:accent6>
        <a:srgbClr val="EB4EB4"/>
      </a:accent6>
      <a:hlink>
        <a:srgbClr val="AA7562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</Words>
  <Application>Microsoft Office PowerPoint</Application>
  <PresentationFormat>Široki zaslon</PresentationFormat>
  <Paragraphs>6</Paragraphs>
  <Slides>4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4</vt:i4>
      </vt:variant>
    </vt:vector>
  </HeadingPairs>
  <TitlesOfParts>
    <vt:vector size="9" baseType="lpstr">
      <vt:lpstr>Arial</vt:lpstr>
      <vt:lpstr>Franklin Gothic Demi Cond</vt:lpstr>
      <vt:lpstr>Franklin Gothic Medium</vt:lpstr>
      <vt:lpstr>Wingdings</vt:lpstr>
      <vt:lpstr>JuxtaposeVTI</vt:lpstr>
      <vt:lpstr>AirQualityZagreb</vt:lpstr>
      <vt:lpstr>Zagreb-1</vt:lpstr>
      <vt:lpstr>Zagreb-2</vt:lpstr>
      <vt:lpstr>Zagreb-3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Vedran Marković</dc:creator>
  <cp:lastModifiedBy>Vedran Marković</cp:lastModifiedBy>
  <cp:revision>1</cp:revision>
  <dcterms:created xsi:type="dcterms:W3CDTF">2024-12-06T08:37:07Z</dcterms:created>
  <dcterms:modified xsi:type="dcterms:W3CDTF">2024-12-06T08:45:20Z</dcterms:modified>
</cp:coreProperties>
</file>